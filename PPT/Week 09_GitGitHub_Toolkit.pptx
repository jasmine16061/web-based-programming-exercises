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548640"/>
            <a:ext cx="3200400" cy="3200400"/>
          </a:xfrm>
          <a:prstGeom prst="ellipse">
            <a:avLst/>
          </a:prstGeom>
          <a:solidFill>
            <a:srgbClr val="1E3A5F">
              <a:alpha val="50000"/>
            </a:srgbClr>
          </a:solidFill>
          <a:ln w="12700">
            <a:solidFill>
              <a:srgbClr val="1E3A5F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011680"/>
            <a:ext cx="2011680" cy="2011680"/>
          </a:xfrm>
          <a:prstGeom prst="ellipse">
            <a:avLst/>
          </a:prstGeom>
          <a:solidFill>
            <a:srgbClr val="F7941D">
              <a:alpha val="25000"/>
            </a:srgbClr>
          </a:solidFill>
          <a:ln w="12700">
            <a:solidFill>
              <a:srgbClr val="F7941D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7941D"/>
                </a:solidFill>
              </a:rPr>
              <a:t>DEVELOPER ESSENTIALS SERIES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&amp; GitHub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DB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Developer's Essential Toolkit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45720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• Collaborate • Innovate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0"/>
            <a:ext cx="457200" cy="45720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4114800"/>
            <a:ext cx="457200" cy="45720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41148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14600" y="41879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Version Control  ·  Branching  ·  GitHub Collaboration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DB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in Code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18872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12344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234440"/>
            <a:ext cx="274320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5880" y="1463040"/>
            <a:ext cx="731520" cy="731520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1572768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Conflicts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02920" y="278892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developers editing the same file leads to overwritten work and version conflicts.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2344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46120" y="1234440"/>
            <a:ext cx="2743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51960" y="1463040"/>
            <a:ext cx="731520" cy="73152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57276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8328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429000" y="278892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tracking, reverting errors is impossible. One bad save can destroy hours of work.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2200" y="123444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72200" y="1234440"/>
            <a:ext cx="274320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78040" y="1463040"/>
            <a:ext cx="731520" cy="731520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157276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936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355080" y="278892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versions, duplicate files, and manual merging create significant delays.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DB97D"/>
                </a:solidFill>
              </a:rPr>
              <a:t>Without a system, every project is a ticking time bomb of lost work and duplication.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with Git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02336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37160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788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02920" y="3246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DB97D"/>
                </a:solidFill>
              </a:rPr>
              <a:t>Distributed Version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DB97D"/>
                </a:solidFill>
              </a:rPr>
              <a:t>Control System (DVCS)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379476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Tracks every change made to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files over time — creating a complete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history of every "commit."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1430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3168" y="1243584"/>
            <a:ext cx="548640" cy="548640"/>
          </a:xfrm>
          <a:prstGeom prst="ellipse">
            <a:avLst/>
          </a:prstGeom>
          <a:solidFill>
            <a:srgbClr val="F7941D">
              <a:alpha val="85000"/>
            </a:srgbClr>
          </a:solidFill>
          <a:ln w="12700">
            <a:solidFill>
              <a:srgbClr val="F7941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98448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271016"/>
            <a:ext cx="3246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Machine — revert to any previous state instantly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63440" y="20574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73168" y="2157984"/>
            <a:ext cx="548640" cy="548640"/>
          </a:xfrm>
          <a:prstGeom prst="ellipse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21284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40680" y="2185416"/>
            <a:ext cx="3246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Experimentation — try ideas without overwriting work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29718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73168" y="3072384"/>
            <a:ext cx="548640" cy="548640"/>
          </a:xfrm>
          <a:prstGeom prst="ellipse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127248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3099816"/>
            <a:ext cx="3246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Power — full history available even offline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663440" y="38862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73168" y="3986784"/>
            <a:ext cx="548640" cy="548640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041648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40680" y="4014216"/>
            <a:ext cx="3246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Ready — built for parallel collaborative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IN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DB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Local Powerhouse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73152" cy="16916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344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94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25272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15636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Configure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" y="1920240"/>
            <a:ext cx="37947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94767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"Name"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"email"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" y="2532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Download from git-scm.com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11430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143000"/>
            <a:ext cx="73152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73752" y="12344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25272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92040" y="15636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Repo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873752" y="1920240"/>
            <a:ext cx="37947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37760" y="194767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873752" y="23134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Creates a hidden .git folder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20040" y="30175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0040" y="3017520"/>
            <a:ext cx="73152" cy="1691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4632" y="3108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127248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2920" y="34381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Changes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484632" y="3794760"/>
            <a:ext cx="37947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8640" y="382219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filename.txt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84632" y="4407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Prepare files for commit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709160" y="30175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709160" y="3017520"/>
            <a:ext cx="73152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873752" y="31089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127248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892040" y="34381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Changes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4873752" y="3794760"/>
            <a:ext cx="37947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937760" y="382219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B9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"Your message"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873752" y="4187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Save a snapshot to history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 GITHUB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Social Network for Code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011680" cy="20116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0" y="123444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a web-based platform that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Git repositories and provides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environment for developers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2834640"/>
            <a:ext cx="2057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834640"/>
            <a:ext cx="2057400" cy="914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87552" y="2999232"/>
            <a:ext cx="731520" cy="731520"/>
          </a:xfrm>
          <a:prstGeom prst="ellipse">
            <a:avLst/>
          </a:prstGeom>
          <a:solidFill>
            <a:srgbClr val="F7941D">
              <a:alpha val="85000"/>
            </a:srgbClr>
          </a:solidFill>
          <a:ln w="12700">
            <a:solidFill>
              <a:srgbClr val="F7941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08960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" y="379476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1480" y="413308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for your Git projects, accessible from anywhere.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514600" y="2834640"/>
            <a:ext cx="2057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514600" y="2834640"/>
            <a:ext cx="20574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182112" y="2999232"/>
            <a:ext cx="731520" cy="731520"/>
          </a:xfrm>
          <a:prstGeom prst="ellipse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108960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606040" y="379476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606040" y="413308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new features or fixes without touching the main code.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2834640"/>
            <a:ext cx="2057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2834640"/>
            <a:ext cx="20574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376672" y="2999232"/>
            <a:ext cx="731520" cy="731520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108960"/>
            <a:ext cx="512064" cy="5120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800600" y="379476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800600" y="413308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changes and facilitate structured code review.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903720" y="2834640"/>
            <a:ext cx="2057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903720" y="2834640"/>
            <a:ext cx="205740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571232" y="2999232"/>
            <a:ext cx="731520" cy="731520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108960"/>
            <a:ext cx="512064" cy="51206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995160" y="379476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995160" y="413308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bugs, feature requests, and tasks in one place.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FIRST GITHUB JOURNEY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DB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280160"/>
            <a:ext cx="502920" cy="502920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3272" y="13075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56232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GitHub: "New Repository" → name it "hello-world" → add README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28016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59352" y="13075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856232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branch (e.g., feature-branch) to work on changes safely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11430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81928" y="128016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85432" y="13075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Changes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856232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README file on your new branch — add content or notes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" y="306324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3272" y="3090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Push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639312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→ git commit -m "msg" → git push origin feature-branch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29260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5848" y="306324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59352" y="3090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3639312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GitHub: propose merging feature-branch back into main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72200" y="29260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81928" y="3063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85432" y="3090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0" y="3639312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PR, approve changes, and merge into main branch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PULL REQUESTS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Collaboration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43000"/>
            <a:ext cx="7543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 (PR) is a formal request to merge code from one branch into another — the heartbeat of collaborative development.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201168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011680"/>
            <a:ext cx="274320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25880" y="2240280"/>
            <a:ext cx="731520" cy="731520"/>
          </a:xfrm>
          <a:prstGeom prst="ellipse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235000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" y="30906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35204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inspect changes, suggest improvements, and catch bugs before they ship to production.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246120" y="201168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46120" y="2011680"/>
            <a:ext cx="27432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51960" y="2240280"/>
            <a:ext cx="731520" cy="731520"/>
          </a:xfrm>
          <a:prstGeom prst="ellipse">
            <a:avLst/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2350008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337560" y="30906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383280" y="35204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space to discuss proposed changes, justify decisions, and align on implementation.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72200" y="201168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72200" y="2011680"/>
            <a:ext cx="27432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178040" y="2240280"/>
            <a:ext cx="731520" cy="731520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2350008"/>
            <a:ext cx="512064" cy="5120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63640" y="30906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309360" y="35204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linting, and quality checks run on every PR — catching errors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vs GITHUB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DB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Essential Distinction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97764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3977640" cy="10972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417320"/>
            <a:ext cx="1143000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6060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on your computer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44728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your local file history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7398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as a CLI tool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403250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completely offline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432511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engine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60520" y="2468880"/>
            <a:ext cx="822960" cy="822960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846320" y="1143000"/>
            <a:ext cx="3977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46320" y="1143000"/>
            <a:ext cx="3977640" cy="1097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1143000" cy="11430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46320" y="26060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507492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web platform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074920" y="34472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Git repositories online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074920" y="37398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via browser or CLI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074920" y="40325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team collaboration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074920" y="43251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Similar: GitLab, Bitbucket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E3A5F">
              <a:alpha val="60000"/>
            </a:srgbClr>
          </a:solidFill>
          <a:ln w="12700">
            <a:solidFill>
              <a:srgbClr val="1E3A5F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9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  COLLABORATE.  INNOVATE.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0058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&amp; GitHub are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indispensable tools.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empower individuals and teams to build complex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efficiently, collaboratively, and confidently.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59436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3522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95351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 from git-scm.com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447288"/>
            <a:ext cx="59436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02152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0432" y="35204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free GitHub account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4014216"/>
            <a:ext cx="59436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69080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70432" y="4087368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first repository today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F1E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journey starts with a single commit.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GitHub: The Developer's Essential Toolkit</dc:title>
  <dc:subject>PptxGenJS Presentation</dc:subject>
  <dc:creator>PptxGenJS</dc:creator>
  <cp:lastModifiedBy>PptxGenJS</cp:lastModifiedBy>
  <cp:revision>1</cp:revision>
  <dcterms:created xsi:type="dcterms:W3CDTF">2026-05-12T03:52:54Z</dcterms:created>
  <dcterms:modified xsi:type="dcterms:W3CDTF">2026-05-12T03:52:54Z</dcterms:modified>
</cp:coreProperties>
</file>