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011680" cy="2011680"/>
          </a:xfrm>
          <a:prstGeom prst="ellipse">
            <a:avLst/>
          </a:prstGeom>
          <a:solidFill>
            <a:srgbClr val="F7941D">
              <a:alpha val="22000"/>
            </a:srgbClr>
          </a:solidFill>
          <a:ln w="12700">
            <a:solidFill>
              <a:srgbClr val="F7941D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941D"/>
                </a:solidFill>
              </a:rPr>
              <a:t>HANDS-ON PRACTICE SESSION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Lab: Learn by Doing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38912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14630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700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651760"/>
            <a:ext cx="14630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6700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48840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2651760"/>
            <a:ext cx="14630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6700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7941D"/>
                </a:solidFill>
              </a:rPr>
              <a:t>WHAT YOU NEED: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with internet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87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installed (git-scm.com)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GitHub account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5603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60-Minute Journey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673608" cy="25603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800" y="1115568"/>
            <a:ext cx="137464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115568"/>
            <a:ext cx="137464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70960" y="1115568"/>
            <a:ext cx="137464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73040" y="1115568"/>
            <a:ext cx="2075688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6160" y="1115568"/>
            <a:ext cx="137464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3619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36192"/>
            <a:ext cx="73152" cy="5486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6184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01952" y="1655064"/>
            <a:ext cx="1280160" cy="30175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165506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62763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Git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1655064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12264"/>
            <a:ext cx="8412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12264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1945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0:05–0:15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01952" y="2231136"/>
            <a:ext cx="1280160" cy="3017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223113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220370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Local Repository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2231136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68833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688336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7706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0:15–0:25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01952" y="2807208"/>
            <a:ext cx="128016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01952" y="28072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277977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Committing &amp; Log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2807208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264408"/>
            <a:ext cx="8412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64408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3467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0:25–0:35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01952" y="3383280"/>
            <a:ext cx="128016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01952" y="338328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10128" y="335584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GitHub &amp; Push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38160" y="3383280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40480"/>
            <a:ext cx="73152" cy="5486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9227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0:35–0:50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901952" y="3959352"/>
            <a:ext cx="1280160" cy="3017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01952" y="395935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0128" y="39319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Making Changes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138160" y="3959352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416552"/>
            <a:ext cx="8412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416552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4988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0:50–1:00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901952" y="4535424"/>
            <a:ext cx="1280160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01952" y="453542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+ Wrap-up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10128" y="4507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Request, Merge &amp; Review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138160" y="4535424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PRE-FLIGHT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0:00–0:05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70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GIT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to: git-scm.com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Download for your OS (Win / Mac / Linux)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the installer (accept defaults)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Open Terminal / Git Bash / Command 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VERIFY INSTALL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74720"/>
            <a:ext cx="39319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35661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5661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3566160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--version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2.43.0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526280"/>
            <a:ext cx="3931920" cy="47548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608576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45811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a version number, Git is installed!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1078992"/>
            <a:ext cx="41148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CONFIGURE IDENTITY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6320" y="15544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needs to know who you are before you can commit. Run these two commands: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2176272"/>
            <a:ext cx="39319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10328" y="22677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74920" y="22677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39512" y="226771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0328" y="24505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"YourName"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"you@email.com"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46320" y="3401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VERIFY CONFIG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00600" y="3730752"/>
            <a:ext cx="39319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0328" y="38221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74920" y="38221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39512" y="382219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10328" y="4005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user.name=YourName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user.email=you@email.com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846320" y="4526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Identity set! You're ready to code.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1 — YOUR FIRST LOCAL REPO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· git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0:05–0:15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Create a project folder, initialize Git, and check the status of your repository.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27632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190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19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1719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Enter Your Project Folder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57984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24942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24942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249424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3703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my-first-repo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my-first-repo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mkdir creates a folder. cd moves you inside 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627632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627632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7190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719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40680" y="1719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Git Repository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157984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224942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224942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85232" y="2249424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432304"/>
            <a:ext cx="3703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.../my-first-repo/.git/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creates a hidden .git folder — Git now watches this folder!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310128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10128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0156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01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51560" y="34015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39319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39319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" y="3931920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114800"/>
            <a:ext cx="3703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 Git" &gt; hello.txt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(on Windows use: echo Hello Git &gt; hello.txt)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4553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can also create the file in any text editor — Notepad, VS Code, etc.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310128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310128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40156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401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440680" y="34015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Repository Status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46320" y="3840480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56048" y="39319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0" y="39319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85232" y="3931920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4114800"/>
            <a:ext cx="3703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hello.txt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46320" y="4553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 sees hello.txt but it's not tracked yet — it's in the 'working area'.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2 — STAGING &amp; COMMITTING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· git commit · git 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0:15–0:25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Move your file through Git's 3-stage workflow and create your first commit snapshot.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2194560" cy="9144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733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/ Modified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32888" y="1874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990088" y="1645920"/>
            <a:ext cx="2194560" cy="914400"/>
          </a:xfrm>
          <a:prstGeom prst="rect">
            <a:avLst/>
          </a:prstGeom>
          <a:solidFill>
            <a:srgbClr val="F7941D">
              <a:alpha val="12000"/>
            </a:srgbClr>
          </a:solidFill>
          <a:ln w="12700">
            <a:solidFill>
              <a:srgbClr val="F7941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6733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2936" y="1874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0136" y="1645920"/>
            <a:ext cx="2194560" cy="9144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16733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(.git)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0136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24912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2491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" y="281635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4984" y="27980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your file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" y="3227832"/>
            <a:ext cx="2542032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" y="3319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3319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" y="331927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3502152"/>
            <a:ext cx="235915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hello.txt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git add . (stages all files)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2724912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272491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65576" y="281635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32504" y="27980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is staged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65576" y="3227832"/>
            <a:ext cx="2542032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75304" y="3319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39896" y="3319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04488" y="331927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75304" y="3502152"/>
            <a:ext cx="235915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  hello.txt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55080" y="2724912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272491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83096" y="281635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50024" y="27980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commit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83096" y="3227832"/>
            <a:ext cx="2542032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92824" y="33192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57416" y="33192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22008" y="331927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3502152"/>
            <a:ext cx="235915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hello.txt"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[main] Add hello.txt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0040" y="4005072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400507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" y="409651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14984" y="407822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content &amp; commit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48056" y="4507992"/>
            <a:ext cx="2542032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7784" y="45994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" y="45994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6968" y="459943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" y="4782312"/>
            <a:ext cx="235915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"My second line" &gt;&gt; hello.txt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  &amp;&amp;  git commit -m "Update hello"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337560" y="4005072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337560" y="400507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65576" y="409651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65576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4032504" y="407822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commit history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65576" y="4507992"/>
            <a:ext cx="2542032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75304" y="45994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39896" y="45994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04488" y="459943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75304" y="4782312"/>
            <a:ext cx="235915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 Update hello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9f8e7d6 Add hello.txt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355080" y="4005072"/>
            <a:ext cx="274320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pic>
        <p:nvPicPr>
          <p:cNvPr id="7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087368"/>
            <a:ext cx="292608" cy="292608"/>
          </a:xfrm>
          <a:prstGeom prst="rect">
            <a:avLst/>
          </a:prstGeom>
        </p:spPr>
      </p:pic>
      <p:sp>
        <p:nvSpPr>
          <p:cNvPr id="72" name="Text 69"/>
          <p:cNvSpPr/>
          <p:nvPr/>
        </p:nvSpPr>
        <p:spPr>
          <a:xfrm>
            <a:off x="6858000" y="405993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shows compact history. Use  git log  for full detail.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6355080" y="4526280"/>
            <a:ext cx="2743200" cy="47548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pic>
        <p:nvPicPr>
          <p:cNvPr id="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608576"/>
            <a:ext cx="292608" cy="292608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6858000" y="458114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is a permanent snapshot you can return to anytime!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3 — CONNECT TO GITHUB &amp; PUSH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· git push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0:25–0:35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Create a repo on GitHub.com, link it to your local repo, and push your commits to the cloud.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19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0848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84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github.com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25420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5786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"+" → "New repository"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" y="29992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0358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it: my-first-repo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34564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56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4930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Public (or Private)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" y="39136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13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39502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README (we have one)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" y="43708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70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44074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repository"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" y="4736592"/>
            <a:ext cx="3931920" cy="47548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818888"/>
            <a:ext cx="292608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86968" y="479145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will show you the remote URL — copy it! You'll need it next.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709160" y="1627632"/>
            <a:ext cx="411480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846320" y="1719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TERMINAL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28032" y="2084832"/>
            <a:ext cx="347472" cy="347472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28032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285232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GitHub as remote origin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28032" y="2468880"/>
            <a:ext cx="384048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37760" y="25603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102352" y="25603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266944" y="2560320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https://github.com/YOU/my-first-repo.git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828032" y="32004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28032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285232" y="32186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branch to main (if needed)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828032" y="3584448"/>
            <a:ext cx="384048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37760" y="36758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102352" y="36758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66944" y="367588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3776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-M main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4828032" y="431596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28032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285232" y="43342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commits to GitHub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828032" y="4700016"/>
            <a:ext cx="384048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937760" y="479145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102352" y="479145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266944" y="4791456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937760" y="4974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'main' tracking 'origin/main'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846320" y="4736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Refresh GitHub — your file is live!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4 — BRANCHING &amp; MAKING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· git checkout · git push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0:35–0:50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Create a branch, make changes on it, commit, and push the branch to GitHub.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1600200"/>
            <a:ext cx="274320" cy="2743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feature-branch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084832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084832"/>
            <a:ext cx="64008" cy="13898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2176272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4984" y="2157984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" y="2596896"/>
            <a:ext cx="2496312" cy="78638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" y="268833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" y="268833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2688336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2871216"/>
            <a:ext cx="231343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feature-branch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 'feature-branch'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2084832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084832"/>
            <a:ext cx="64008" cy="13898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4136" y="2176272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41064" y="2157984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you're on new branch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74136" y="2596896"/>
            <a:ext cx="2496312" cy="78638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3864" y="268833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48456" y="268833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13048" y="2688336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83864" y="2871216"/>
            <a:ext cx="231343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feature-branch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2084832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2084832"/>
            <a:ext cx="64008" cy="13898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0216" y="2176272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0216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867144" y="2157984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file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0216" y="2596896"/>
            <a:ext cx="2496312" cy="78638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268833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4536" y="268833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39128" y="2688336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9944" y="2871216"/>
            <a:ext cx="231343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"Feature content" &gt;&gt; hello.txt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edit in VS Code / Notepad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584448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3584448"/>
            <a:ext cx="64008" cy="13898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" y="3675888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3675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14984" y="36576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commit the change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8056" y="4096512"/>
            <a:ext cx="2496312" cy="78638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7784" y="41879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" y="41879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6968" y="418795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" y="4370832"/>
            <a:ext cx="231343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feature content"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46120" y="3584448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46120" y="3584448"/>
            <a:ext cx="64008" cy="13898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74136" y="3675888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74136" y="3675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3941064" y="36576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branch to GitHub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374136" y="4096512"/>
            <a:ext cx="2496312" cy="78638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83864" y="41879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48456" y="41879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13048" y="418795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83864" y="4370832"/>
            <a:ext cx="231343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feature-branch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Create a pull request on GitHub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172200" y="3584448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172200" y="3584448"/>
            <a:ext cx="64008" cy="1389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00216" y="367588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0216" y="3675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867144" y="36576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main anytime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300216" y="4096512"/>
            <a:ext cx="2496312" cy="78638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09944" y="41879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74536" y="41879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39128" y="418795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9944" y="4370832"/>
            <a:ext cx="231343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branch 'main'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5 — PULL REQUEST &amp; MERGE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Collaboration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2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0:50–1:00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Open a Pull Request on GitHub, review it, and merge your feature branch into main.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" y="21488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148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5840" y="21854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repo on GitHub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8912" y="26060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606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05840" y="26426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"Compare &amp; pull request" (yellow banner)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" y="30632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" y="30998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title: "Add feature content"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8912" y="35204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05840" y="35570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description of your changes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38912" y="39776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3977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05840" y="40142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Pull Request"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8912" y="44348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" y="4434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005840" y="44714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"Files changed" tab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8912" y="48920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" y="4892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05840" y="49286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"Merge pull request" → "Confirm merge"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09160" y="1627632"/>
            <a:ext cx="411480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719072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85232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TERMINAL (after merge)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828032" y="21488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28032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266944" y="21671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main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828032" y="2532888"/>
            <a:ext cx="384048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937760" y="262432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102352" y="262432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266944" y="262432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37760" y="2807208"/>
            <a:ext cx="365760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828032" y="3108960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28032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5266944" y="3127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merged changes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828032" y="3493008"/>
            <a:ext cx="3840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937760" y="358444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5102352" y="358444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266944" y="35844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937760" y="376732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origin 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 up to date.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4828032" y="4251960"/>
            <a:ext cx="347472" cy="347472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28032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5266944" y="4270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full history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4828032" y="4636008"/>
            <a:ext cx="3840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937760" y="472744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102352" y="472744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66944" y="47274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37760" y="491032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b3c4d5e Add feature content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 Add hello.txt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4828032" y="4681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Congratulations — you've completed the full Git &amp; GitHub workflow!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QUICK REFERENCE — ALL COMMANDS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148840" cy="3200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124712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44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Name"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572768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91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7922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"you@mail.com"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020824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391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240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install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777240"/>
            <a:ext cx="214884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777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124712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143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1344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1572768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1591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17922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8880" y="2020824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0391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2240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files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2468880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4871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26883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snapshot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8880" y="2916936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935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31363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777240"/>
            <a:ext cx="2148840" cy="3200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777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124712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143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1344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1572768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591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name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17922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2020824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0391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2240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main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468880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4871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branch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26883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current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040880" y="777240"/>
            <a:ext cx="21488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777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REMOTE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1124712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1143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1344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GitHub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40880" y="1572768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1591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32320" y="17922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push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40880" y="2020824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20391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0" y="22402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changes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040880" y="2468880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0" y="24871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32320" y="26883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latest changes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040880" y="2916936"/>
            <a:ext cx="2148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2935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URL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32320" y="31363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repo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0" y="47731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slide — it's your Git cheat sheet!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01168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941D"/>
                </a:solidFill>
              </a:rPr>
              <a:t>SESSION COMPLETE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13232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71323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Did It!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16642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7941D"/>
                </a:solidFill>
              </a:rPr>
              <a:t>WHAT YOU ACCOMPLISHED TODAY: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5943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029968"/>
            <a:ext cx="64008" cy="38404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206654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Installed &amp; configured Git on your machine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459736"/>
            <a:ext cx="5943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459736"/>
            <a:ext cx="6400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963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a local repository with git init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889504"/>
            <a:ext cx="5943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889504"/>
            <a:ext cx="6400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2926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the 3-stage workflow: add → commit → log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319272"/>
            <a:ext cx="5943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319272"/>
            <a:ext cx="6400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3558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Connected to GitHub and pushed your first code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5943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749040"/>
            <a:ext cx="64008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378561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a branch and committed feature changes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178808"/>
            <a:ext cx="5943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178808"/>
            <a:ext cx="6400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421538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Opened a Pull Request and merged into main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</a:rPr>
              <a:t>KEEP PRACTICING: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 open source project  ·  Explore GitHub Issues  ·  Try GitHub Actions CI/CD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GitHub: 1-Hour Hands-On Practice</dc:title>
  <dc:subject>PptxGenJS Presentation</dc:subject>
  <dc:creator>PptxGenJS</dc:creator>
  <cp:lastModifiedBy>PptxGenJS</cp:lastModifiedBy>
  <cp:revision>1</cp:revision>
  <dcterms:created xsi:type="dcterms:W3CDTF">2026-05-12T04:01:08Z</dcterms:created>
  <dcterms:modified xsi:type="dcterms:W3CDTF">2026-05-12T04:01:08Z</dcterms:modified>
</cp:coreProperties>
</file>